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-129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70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39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508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33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45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8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84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000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5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08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46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C4BA9-4C72-47ED-8C9A-380D26145585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507AC-8395-4266-839E-519EFB997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34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uk0623-rgb.github.io/vision-center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관리자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03548" y="2780928"/>
            <a:ext cx="81369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/>
              <a:t>https://duk0623-rgb.github.io/vision-center/?mode=admin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7177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훈련받는자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03548" y="2780928"/>
            <a:ext cx="81369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/>
              <a:t>https://duk0623-rgb.github.io/vision-center</a:t>
            </a:r>
            <a:r>
              <a:rPr lang="en-US" altLang="ko-KR" sz="2000" b="1"/>
              <a:t>/?</a:t>
            </a:r>
            <a:r>
              <a:rPr lang="en-US" altLang="ko-KR" sz="2000" b="1" smtClean="0"/>
              <a:t>mode=vr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3556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79512" y="3105834"/>
            <a:ext cx="871296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000" b="1" u="sng" dirty="0">
                <a:hlinkClick r:id="rId2"/>
              </a:rPr>
              <a:t>https://duk0623-rgb.github.io/vision-center/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00594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</Words>
  <Application>Microsoft Office PowerPoint</Application>
  <PresentationFormat>화면 슬라이드 쇼(4:3)</PresentationFormat>
  <Paragraphs>5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관리자</vt:lpstr>
      <vt:lpstr>훈련받는자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samsung</dc:creator>
  <cp:lastModifiedBy>samsung</cp:lastModifiedBy>
  <cp:revision>2</cp:revision>
  <dcterms:created xsi:type="dcterms:W3CDTF">2026-06-03T04:04:07Z</dcterms:created>
  <dcterms:modified xsi:type="dcterms:W3CDTF">2026-06-03T04:29:22Z</dcterms:modified>
</cp:coreProperties>
</file>